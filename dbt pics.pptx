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8" r:id="rId2"/>
    <p:sldId id="257" r:id="rId3"/>
    <p:sldId id="256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43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F621B1-FF1E-411A-A1D7-863E74513AD1}" type="datetimeFigureOut">
              <a:rPr lang="en-DK" smtClean="0"/>
              <a:t>02/11/2025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828C85-C689-4A83-832C-CB200690A07D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15548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https://medium.com/%40edweenlim/data-build-tool-project-concepts-and-implementation-using-olist-brazilian-e-commerce-dataset-22fcf7d20c22</a:t>
            </a:r>
            <a:endParaRPr lang="en-US" dirty="0"/>
          </a:p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28C85-C689-4A83-832C-CB200690A07D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21798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3F549-FFD1-C783-626B-E28C99FBA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58E6B7-818E-3E8E-6E0F-D99B06756E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6C061-B29B-D05B-ADD6-C18977A09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E311D-99F0-41CB-B0C5-1C649B2B2D76}" type="datetimeFigureOut">
              <a:rPr lang="en-DK" smtClean="0"/>
              <a:t>02/11/2025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73B4F-9A05-5508-BE99-B83F95371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30C4E-7A35-C085-BD9A-EDD7F438D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3E9B-BBE0-438E-ADD3-FF5B035BF6BE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26568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BC6CD-893D-B009-C611-56C9EB581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E6C6-4693-0FF1-8F21-B067CCD25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64F8C-DC87-0D1C-B31F-6A1D2E9D0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E311D-99F0-41CB-B0C5-1C649B2B2D76}" type="datetimeFigureOut">
              <a:rPr lang="en-DK" smtClean="0"/>
              <a:t>02/11/2025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88CBC-A7D6-4AFA-04D6-64D3A8303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9C029-8CFF-4083-DEBD-502E10A51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3E9B-BBE0-438E-ADD3-FF5B035BF6BE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87106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5D6EF-D354-BB9A-AF0E-BD453E79B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6BB926-B8AA-8556-6F86-5510F17CE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A1D17-338E-C65F-C647-DAB605096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E311D-99F0-41CB-B0C5-1C649B2B2D76}" type="datetimeFigureOut">
              <a:rPr lang="en-DK" smtClean="0"/>
              <a:t>02/11/2025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6DC60-B903-D4AF-83AB-E2E876B6B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E0396-474E-DE91-7C40-01CE33856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3E9B-BBE0-438E-ADD3-FF5B035BF6BE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98073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6B630-84EF-590B-F1FD-AE9AF1A71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73344-49E2-FC14-1313-6D8137D9E9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20EFE8-42BF-6872-925F-B48BD6B18C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EED9B-0991-89DC-701A-889BD4C1B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E311D-99F0-41CB-B0C5-1C649B2B2D76}" type="datetimeFigureOut">
              <a:rPr lang="en-DK" smtClean="0"/>
              <a:t>02/11/2025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B4733D-90DE-FF71-2E09-ECCDA14E1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655AC9-57EC-8FBD-0889-BBC94134D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3E9B-BBE0-438E-ADD3-FF5B035BF6BE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3116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E5D7A-C09E-6D33-E199-327EFF77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1F76A-BC2C-0E99-71B6-7AF53B97D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133268-AA44-BD79-1233-1A4B23E05F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A22C5A-F0FF-7E61-3839-CD56C8EC60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3EE72D-3692-011C-0DDB-2E25CBBC1D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891BDA-84FE-CEA3-722F-CA4B900AF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E311D-99F0-41CB-B0C5-1C649B2B2D76}" type="datetimeFigureOut">
              <a:rPr lang="en-DK" smtClean="0"/>
              <a:t>02/11/2025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28FCA8-253F-70DA-1AB7-7FB4B9EE6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2F8E29-1129-DFAC-B31F-DB3CDFCF2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3E9B-BBE0-438E-ADD3-FF5B035BF6BE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47930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6FBBA-7197-6362-BC4F-166487D24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99FFA6-8CD9-AC6A-2329-3E9F4AC70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E311D-99F0-41CB-B0C5-1C649B2B2D76}" type="datetimeFigureOut">
              <a:rPr lang="en-DK" smtClean="0"/>
              <a:t>02/11/2025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4231F1-A0AE-D138-A132-52B72A62E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3AA575-C53B-C3AF-14B2-26BCD1AA1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3E9B-BBE0-438E-ADD3-FF5B035BF6BE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249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918C2C-FBC0-0E41-EBE6-4387FFBB2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E311D-99F0-41CB-B0C5-1C649B2B2D76}" type="datetimeFigureOut">
              <a:rPr lang="en-DK" smtClean="0"/>
              <a:t>02/11/2025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1959E3-C6F8-1A2C-D12E-AB393D5E8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9CA88-A552-A298-7FB1-E74812B4D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3E9B-BBE0-438E-ADD3-FF5B035BF6BE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73459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6813B-8A04-4C2E-4C42-EC2AF20E3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86F9B-5481-A8AE-45A3-93D0C7D7C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80BFC-6B78-36F7-5072-2614F4DC35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AC7C8-0C56-210F-48CB-A21498E82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E311D-99F0-41CB-B0C5-1C649B2B2D76}" type="datetimeFigureOut">
              <a:rPr lang="en-DK" smtClean="0"/>
              <a:t>02/11/2025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416A4-2D83-2240-72AE-E33E3F259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78EA5-186C-A770-A3E1-A49853EAD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3E9B-BBE0-438E-ADD3-FF5B035BF6BE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67395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4A32A-C6FC-410D-E374-6238D4101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2D8CFB-EE9E-9DC6-E71A-0160617278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0864F-375B-927E-1D2A-69B58DC63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35020-3B20-0D6A-6764-70E8106D9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E311D-99F0-41CB-B0C5-1C649B2B2D76}" type="datetimeFigureOut">
              <a:rPr lang="en-DK" smtClean="0"/>
              <a:t>02/11/2025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ECA22-1FB6-39D8-3380-CA308B3B8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71E618-5697-7035-982D-67C4EE556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3E9B-BBE0-438E-ADD3-FF5B035BF6BE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96474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AC0A7-69C0-7433-4F9E-22E90FE7B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7518E1-E8B6-5C1E-F3D3-E59C41EE28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B4805-684A-F223-4276-5FC34FFAE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E311D-99F0-41CB-B0C5-1C649B2B2D76}" type="datetimeFigureOut">
              <a:rPr lang="en-DK" smtClean="0"/>
              <a:t>02/11/2025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7CA74-D886-025A-6156-96134D35B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52340-607B-7D53-EF6F-ACB671D88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3E9B-BBE0-438E-ADD3-FF5B035BF6BE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66996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1C8B24-23A6-B4DF-AE94-A976AE61BF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E0D8BF-7E6B-3572-98FC-67D6BF0ADE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2C4EB-752A-94D3-5F40-70D0C8EDD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E311D-99F0-41CB-B0C5-1C649B2B2D76}" type="datetimeFigureOut">
              <a:rPr lang="en-DK" smtClean="0"/>
              <a:t>02/11/2025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6FB41-027F-252C-E2B0-85A94FF8E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4E411-38C1-5619-E1B4-4E1EDD47E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3E9B-BBE0-438E-ADD3-FF5B035BF6BE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67280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39ECC4-D2E8-016B-0640-1658F3A70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15B5EE-5667-ED15-B1F6-4230731E2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0BC53-2A1E-60BA-0539-24EF910858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0E311D-99F0-41CB-B0C5-1C649B2B2D76}" type="datetimeFigureOut">
              <a:rPr lang="en-DK" smtClean="0"/>
              <a:t>02/11/2025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49602-CF29-7676-A7CC-3D010F4985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C9DC4-87CB-05A1-64E2-A1B9EF9E8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EE3E9B-BBE0-438E-ADD3-FF5B035BF6BE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11975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dium.com/%40edweenlim/data-build-tool-project-concepts-and-implementation-using-olist-brazilian-e-commerce-dataset-22fcf7d20c22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8EDF4-2E51-2DA9-7F28-17E1D8E2E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FBF00-2BF7-C8BA-8DF0-B7B34406F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K"/>
          </a:p>
        </p:txBody>
      </p:sp>
      <p:pic>
        <p:nvPicPr>
          <p:cNvPr id="1026" name="Picture 2" descr="Brazilian E-Commerce - Microsoft Fabric Community">
            <a:extLst>
              <a:ext uri="{FF2B5EF4-FFF2-40B4-BE49-F238E27FC236}">
                <a16:creationId xmlns:a16="http://schemas.microsoft.com/office/drawing/2014/main" id="{4396062D-3B28-C14E-C1DB-A35E95130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4435" y="-814705"/>
            <a:ext cx="12058650" cy="680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3B9A5A-662A-2686-3767-F65FDF6F32EF}"/>
              </a:ext>
            </a:extLst>
          </p:cNvPr>
          <p:cNvSpPr txBox="1"/>
          <p:nvPr/>
        </p:nvSpPr>
        <p:spPr>
          <a:xfrm>
            <a:off x="1390054" y="5850235"/>
            <a:ext cx="66243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dirty="0">
                <a:hlinkClick r:id="rId4"/>
              </a:rPr>
              <a:t>https://medium.com/%40edweenlim/data-build-tool-project-concepts-and-implementation-using-olist-brazilian-e-commerce-dataset-22fcf7d20c22</a:t>
            </a:r>
            <a:endParaRPr lang="en-US" dirty="0"/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346528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763498-407B-8B4F-EEB3-28A2709BC3B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rcRect r="19090"/>
          <a:stretch>
            <a:fillRect/>
          </a:stretch>
        </p:blipFill>
        <p:spPr>
          <a:xfrm>
            <a:off x="6862732" y="0"/>
            <a:ext cx="2561631" cy="23281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B15BBE-FB6F-08BD-01A4-77F3349D2AB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rcRect r="16768"/>
          <a:stretch>
            <a:fillRect/>
          </a:stretch>
        </p:blipFill>
        <p:spPr>
          <a:xfrm>
            <a:off x="3598280" y="0"/>
            <a:ext cx="3156728" cy="32283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44C5D5-97C6-8DF7-E2A8-DB5BB394859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96" y="4690145"/>
            <a:ext cx="3215822" cy="21678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2E0C6E-B616-54A9-24EC-C901B1FE653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2907" y="5126729"/>
            <a:ext cx="2680677" cy="17312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3777D1-4493-951B-210E-08C8FF8CDD1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6"/>
          <a:srcRect r="15575"/>
          <a:stretch>
            <a:fillRect/>
          </a:stretch>
        </p:blipFill>
        <p:spPr>
          <a:xfrm>
            <a:off x="9784344" y="0"/>
            <a:ext cx="2811984" cy="23281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A84AC8-33B6-5EC5-D67C-3A44238B0B4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7"/>
          <a:srcRect r="16064"/>
          <a:stretch>
            <a:fillRect/>
          </a:stretch>
        </p:blipFill>
        <p:spPr>
          <a:xfrm>
            <a:off x="0" y="0"/>
            <a:ext cx="3490555" cy="32283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40193D-6812-3AB3-95B8-5811B84617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5504" y="3961077"/>
            <a:ext cx="3214181" cy="28969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AACE5D-EF45-0420-36E8-9F6178E3732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07222" y="4690145"/>
            <a:ext cx="3304230" cy="216785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BA67237-20A1-BC3C-FEDE-794F239306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17241" y="1371600"/>
            <a:ext cx="1922106" cy="2052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57382F-B266-5D37-64BF-211007507B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50536" y="1474236"/>
            <a:ext cx="1922106" cy="2052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513DE5-1068-5059-DAA2-9CF36E8AE5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007264" y="1268963"/>
            <a:ext cx="1558238" cy="2052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A78D82-0D92-052C-DEF2-6724774AE6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20463" y="1483567"/>
            <a:ext cx="1446860" cy="1959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35CE2F-119A-3A31-DFFE-4C27602A27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17241" y="1614196"/>
            <a:ext cx="1922106" cy="205273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3B0FA1-917E-F521-2AE7-6260727F16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62732" y="5889728"/>
            <a:ext cx="1702770" cy="16584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B37497-27DF-DD6B-83B1-5E30C4613E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99583" y="1971870"/>
            <a:ext cx="1922106" cy="205273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1BCCD7A-1F32-A581-55E3-9C25159527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7771" y="5094194"/>
            <a:ext cx="1922106" cy="205273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340D330-85BF-4EBD-216A-3E0CA79991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945818" y="1268963"/>
            <a:ext cx="1521505" cy="191155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A6030D-D794-29B1-21A9-092C534370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99583" y="2225473"/>
            <a:ext cx="1922106" cy="205273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1DCD4C-513C-0C19-AAE4-4FEE43B9BE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0555" y="5972648"/>
            <a:ext cx="1922106" cy="205273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DF4627-9C70-BE1B-BA2D-699B3FD881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50536" y="1715398"/>
            <a:ext cx="1922106" cy="2052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47D4A2-2388-4205-DD64-9E3CA57DB1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506270" y="6067761"/>
            <a:ext cx="1259010" cy="122352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275D36-D7E4-BE0E-0ACB-FF5062A0FD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48541" y="6096744"/>
            <a:ext cx="1716961" cy="165839"/>
          </a:xfrm>
          <a:prstGeom prst="rect">
            <a:avLst/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9891705-B5AE-75DE-52CA-0AB02B9C9E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62732" y="6303759"/>
            <a:ext cx="1702770" cy="165839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FF2DBB-A293-6830-4996-D33C23FF98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0554" y="6242582"/>
            <a:ext cx="1815831" cy="139929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28" name="Left Brace 27">
            <a:extLst>
              <a:ext uri="{FF2B5EF4-FFF2-40B4-BE49-F238E27FC236}">
                <a16:creationId xmlns:a16="http://schemas.microsoft.com/office/drawing/2014/main" id="{E309353B-455A-B606-0324-33D01DE4E4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0554" y="1474236"/>
            <a:ext cx="309029" cy="432973"/>
          </a:xfrm>
          <a:prstGeom prst="leftBrace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606AC2-04EB-6FFB-58D7-693FFA76F1A3}"/>
              </a:ext>
            </a:extLst>
          </p:cNvPr>
          <p:cNvSpPr/>
          <p:nvPr/>
        </p:nvSpPr>
        <p:spPr>
          <a:xfrm>
            <a:off x="1438141" y="-770887"/>
            <a:ext cx="61427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171AD4-27FF-52C0-C500-189BDF40422C}"/>
              </a:ext>
            </a:extLst>
          </p:cNvPr>
          <p:cNvSpPr/>
          <p:nvPr/>
        </p:nvSpPr>
        <p:spPr>
          <a:xfrm>
            <a:off x="4996971" y="-804593"/>
            <a:ext cx="61427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B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13BC6D0-8E3B-CD26-0610-8F51FAD08DD6}"/>
              </a:ext>
            </a:extLst>
          </p:cNvPr>
          <p:cNvSpPr/>
          <p:nvPr/>
        </p:nvSpPr>
        <p:spPr>
          <a:xfrm>
            <a:off x="7816908" y="-923330"/>
            <a:ext cx="67358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C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4BF6E4E-E096-E3F1-7D55-85CA0F9D1197}"/>
              </a:ext>
            </a:extLst>
          </p:cNvPr>
          <p:cNvSpPr/>
          <p:nvPr/>
        </p:nvSpPr>
        <p:spPr>
          <a:xfrm>
            <a:off x="10956447" y="-923330"/>
            <a:ext cx="67358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3BD1C2C-259A-3707-1625-20A4EF45C382}"/>
              </a:ext>
            </a:extLst>
          </p:cNvPr>
          <p:cNvSpPr/>
          <p:nvPr/>
        </p:nvSpPr>
        <p:spPr>
          <a:xfrm>
            <a:off x="1252008" y="3291326"/>
            <a:ext cx="58221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672D720-BE7C-6D3B-44A2-2307ADF463B6}"/>
              </a:ext>
            </a:extLst>
          </p:cNvPr>
          <p:cNvSpPr/>
          <p:nvPr/>
        </p:nvSpPr>
        <p:spPr>
          <a:xfrm>
            <a:off x="4823662" y="3948087"/>
            <a:ext cx="5565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F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CC5BF31-E3E7-3FA4-84B3-B8993E7ACB61}"/>
              </a:ext>
            </a:extLst>
          </p:cNvPr>
          <p:cNvSpPr/>
          <p:nvPr/>
        </p:nvSpPr>
        <p:spPr>
          <a:xfrm>
            <a:off x="7610738" y="3829350"/>
            <a:ext cx="6815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G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5063C77-8309-4E9A-A86E-E3E9035DE25B}"/>
              </a:ext>
            </a:extLst>
          </p:cNvPr>
          <p:cNvSpPr/>
          <p:nvPr/>
        </p:nvSpPr>
        <p:spPr>
          <a:xfrm>
            <a:off x="10746269" y="3829350"/>
            <a:ext cx="6896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H</a:t>
            </a:r>
          </a:p>
        </p:txBody>
      </p:sp>
      <p:sp>
        <p:nvSpPr>
          <p:cNvPr id="35" name="Multiplication Sign 34">
            <a:extLst>
              <a:ext uri="{FF2B5EF4-FFF2-40B4-BE49-F238E27FC236}">
                <a16:creationId xmlns:a16="http://schemas.microsoft.com/office/drawing/2014/main" id="{74C9CEDF-5158-5182-6B80-28DB629ABD34}"/>
              </a:ext>
            </a:extLst>
          </p:cNvPr>
          <p:cNvSpPr/>
          <p:nvPr/>
        </p:nvSpPr>
        <p:spPr>
          <a:xfrm>
            <a:off x="7230910" y="572596"/>
            <a:ext cx="1748589" cy="1559476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36" name="Multiplication Sign 35">
            <a:extLst>
              <a:ext uri="{FF2B5EF4-FFF2-40B4-BE49-F238E27FC236}">
                <a16:creationId xmlns:a16="http://schemas.microsoft.com/office/drawing/2014/main" id="{6730D23D-286E-11B6-EF03-D6BB7E2685BF}"/>
              </a:ext>
            </a:extLst>
          </p:cNvPr>
          <p:cNvSpPr/>
          <p:nvPr/>
        </p:nvSpPr>
        <p:spPr>
          <a:xfrm>
            <a:off x="541711" y="1750510"/>
            <a:ext cx="1748589" cy="1559476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37" name="Multiplication Sign 36">
            <a:extLst>
              <a:ext uri="{FF2B5EF4-FFF2-40B4-BE49-F238E27FC236}">
                <a16:creationId xmlns:a16="http://schemas.microsoft.com/office/drawing/2014/main" id="{A36899F1-ADFD-CDA7-99A3-6EF6F8A17FF6}"/>
              </a:ext>
            </a:extLst>
          </p:cNvPr>
          <p:cNvSpPr/>
          <p:nvPr/>
        </p:nvSpPr>
        <p:spPr>
          <a:xfrm>
            <a:off x="7507071" y="4910122"/>
            <a:ext cx="1748589" cy="1559476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38" name="Multiplication Sign 37">
            <a:extLst>
              <a:ext uri="{FF2B5EF4-FFF2-40B4-BE49-F238E27FC236}">
                <a16:creationId xmlns:a16="http://schemas.microsoft.com/office/drawing/2014/main" id="{E02BFA27-EBF2-6162-2229-FD8339FF95C6}"/>
              </a:ext>
            </a:extLst>
          </p:cNvPr>
          <p:cNvSpPr/>
          <p:nvPr/>
        </p:nvSpPr>
        <p:spPr>
          <a:xfrm>
            <a:off x="11317705" y="2675563"/>
            <a:ext cx="1748589" cy="1559476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40893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8AD56E-8855-4DDC-3FCE-CA6ED5A98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510" y="0"/>
            <a:ext cx="109189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50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3A169-CE49-D281-3509-9515A7DB6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B6277-F1EF-4A7C-7E52-8F1D18C07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3B18CC-B3AD-13F7-C4DC-7DCCF335D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97" y="1825625"/>
            <a:ext cx="10964805" cy="13336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58C769-8237-540F-9E6F-9B18C2E3D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40" y="3826548"/>
            <a:ext cx="12192000" cy="3472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070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3992688-4325-787E-E47C-14EED9952521}"/>
              </a:ext>
            </a:extLst>
          </p:cNvPr>
          <p:cNvSpPr/>
          <p:nvPr/>
        </p:nvSpPr>
        <p:spPr>
          <a:xfrm>
            <a:off x="5462097" y="2369975"/>
            <a:ext cx="1982887" cy="17448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Order-items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0E1CFCBB-A1F0-C2F1-494D-985D68684657}"/>
              </a:ext>
            </a:extLst>
          </p:cNvPr>
          <p:cNvSpPr/>
          <p:nvPr/>
        </p:nvSpPr>
        <p:spPr>
          <a:xfrm>
            <a:off x="7689914" y="3060441"/>
            <a:ext cx="886408" cy="3685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8E995DD-5A82-708B-42E5-AF7BABC53D45}"/>
              </a:ext>
            </a:extLst>
          </p:cNvPr>
          <p:cNvSpPr/>
          <p:nvPr/>
        </p:nvSpPr>
        <p:spPr>
          <a:xfrm>
            <a:off x="8649476" y="2332653"/>
            <a:ext cx="2332653" cy="17448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Order-reviews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A197585-9864-10B9-F552-E835EC8964BD}"/>
              </a:ext>
            </a:extLst>
          </p:cNvPr>
          <p:cNvSpPr/>
          <p:nvPr/>
        </p:nvSpPr>
        <p:spPr>
          <a:xfrm>
            <a:off x="5512836" y="142234"/>
            <a:ext cx="1757264" cy="10800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FEAEAC8-70AD-1681-9318-76FFB22F0A67}"/>
              </a:ext>
            </a:extLst>
          </p:cNvPr>
          <p:cNvSpPr/>
          <p:nvPr/>
        </p:nvSpPr>
        <p:spPr>
          <a:xfrm rot="16200000">
            <a:off x="5948264" y="1630525"/>
            <a:ext cx="886408" cy="3685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30ADE9E-3FB8-A960-1906-8D710C75A727}"/>
              </a:ext>
            </a:extLst>
          </p:cNvPr>
          <p:cNvSpPr/>
          <p:nvPr/>
        </p:nvSpPr>
        <p:spPr>
          <a:xfrm rot="5400000">
            <a:off x="5948264" y="4485692"/>
            <a:ext cx="886408" cy="3685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99E7D0E-9F79-5BCE-8EB0-47A0FAE24336}"/>
              </a:ext>
            </a:extLst>
          </p:cNvPr>
          <p:cNvSpPr/>
          <p:nvPr/>
        </p:nvSpPr>
        <p:spPr>
          <a:xfrm>
            <a:off x="5574909" y="5262465"/>
            <a:ext cx="1757265" cy="10916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Sellers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FC7780E-956C-7F23-6BEA-DE261262714E}"/>
              </a:ext>
            </a:extLst>
          </p:cNvPr>
          <p:cNvSpPr/>
          <p:nvPr/>
        </p:nvSpPr>
        <p:spPr>
          <a:xfrm>
            <a:off x="1986068" y="2537926"/>
            <a:ext cx="2724537" cy="140892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Orders </a:t>
            </a:r>
          </a:p>
          <a:p>
            <a:pPr algn="ctr"/>
            <a:r>
              <a:rPr lang="en-US" dirty="0"/>
              <a:t>+ </a:t>
            </a:r>
          </a:p>
          <a:p>
            <a:pPr algn="ctr"/>
            <a:r>
              <a:rPr lang="en-US" dirty="0"/>
              <a:t>order-payments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DD2D26B-0FB0-392A-74B2-EF9E15154E07}"/>
              </a:ext>
            </a:extLst>
          </p:cNvPr>
          <p:cNvSpPr/>
          <p:nvPr/>
        </p:nvSpPr>
        <p:spPr>
          <a:xfrm rot="10800000">
            <a:off x="4826261" y="3020783"/>
            <a:ext cx="520180" cy="3685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341E282-09DC-2318-657B-2D523A76D04E}"/>
              </a:ext>
            </a:extLst>
          </p:cNvPr>
          <p:cNvSpPr/>
          <p:nvPr/>
        </p:nvSpPr>
        <p:spPr>
          <a:xfrm>
            <a:off x="-634481" y="2696546"/>
            <a:ext cx="1869058" cy="10916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Customers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E12859B-232B-0058-D32F-C98CE38CFFD6}"/>
              </a:ext>
            </a:extLst>
          </p:cNvPr>
          <p:cNvSpPr/>
          <p:nvPr/>
        </p:nvSpPr>
        <p:spPr>
          <a:xfrm rot="10800000">
            <a:off x="1350232" y="3020783"/>
            <a:ext cx="520180" cy="3685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FF62BE-A648-B83E-2D5D-3E39F93107B4}"/>
              </a:ext>
            </a:extLst>
          </p:cNvPr>
          <p:cNvSpPr/>
          <p:nvPr/>
        </p:nvSpPr>
        <p:spPr>
          <a:xfrm>
            <a:off x="-802433" y="2369974"/>
            <a:ext cx="5555540" cy="17448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5551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60A7F-76C0-DFA5-80BE-1A8BD0BE5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894965"/>
            <a:ext cx="10515600" cy="1325563"/>
          </a:xfrm>
        </p:spPr>
        <p:txBody>
          <a:bodyPr/>
          <a:lstStyle/>
          <a:p>
            <a:r>
              <a:rPr lang="en-US" dirty="0"/>
              <a:t>DBT CLOUD / CATALOG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1459736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B94610-A4CD-5872-9418-AD540B779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181600" y="-3937920"/>
            <a:ext cx="12192000" cy="642540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58F1F9-8675-2829-BF0F-66BE7EFEB6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5203"/>
          <a:stretch>
            <a:fillRect/>
          </a:stretch>
        </p:blipFill>
        <p:spPr>
          <a:xfrm>
            <a:off x="1" y="677351"/>
            <a:ext cx="5486400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E64788-5F8C-23CB-6E6A-DEE0E66E8B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233" y="-3803209"/>
            <a:ext cx="9541213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294D25-3F5B-FD8A-CB24-E5C9218A97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8240" y="-374209"/>
            <a:ext cx="12192000" cy="329004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05726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84C3A0-1066-D840-13D1-7CDDA17EF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03046" y="303172"/>
            <a:ext cx="12192000" cy="62516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7C57545-3563-3B1D-92AE-453FCCE43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6980" y="-3063240"/>
            <a:ext cx="9399134" cy="685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49BFF9B-A79B-E2EB-D269-ED1E2753B3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47" y="-6034055"/>
            <a:ext cx="12192000" cy="550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155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B5FEB-F554-D775-9646-B9944178D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080" y="2971165"/>
            <a:ext cx="10515600" cy="1325563"/>
          </a:xfrm>
        </p:spPr>
        <p:txBody>
          <a:bodyPr/>
          <a:lstStyle/>
          <a:p>
            <a:r>
              <a:rPr lang="en-US" dirty="0"/>
              <a:t>DBT CORE EXPORTS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1694088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29A71C-67DC-6950-E252-99675214E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44440" y="-2285405"/>
            <a:ext cx="12192000" cy="6286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288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1DED4-0110-ACF0-C983-D80421138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068B7-9902-7EB7-C02B-04C918A50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K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7709A6B-8478-9A17-7E2A-D4FB7B71C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138" y="0"/>
            <a:ext cx="4688203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178C502-D7FC-F25F-E74D-05511633A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941" y="0"/>
            <a:ext cx="47144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618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BB26-DC07-44C0-2060-2E7F9FBD2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700EE-5580-EF90-B3B2-5F6E08C20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33025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89263-41D2-4737-7C84-35BB075A2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857C1-F5DD-991D-49AD-044583235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60671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DF315-F935-0729-5DCC-5F8837C23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BDD10-B031-49B5-D91E-1EB142769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6347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1066</TotalTime>
  <Words>42</Words>
  <Application>Microsoft Office PowerPoint</Application>
  <PresentationFormat>Widescreen</PresentationFormat>
  <Paragraphs>21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DBT CLOUD / CATALOG</vt:lpstr>
      <vt:lpstr>PowerPoint Presentation</vt:lpstr>
      <vt:lpstr>PowerPoint Presentation</vt:lpstr>
      <vt:lpstr>DBT CORE EXPORTS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Seyyed Reza Mashhadi</dc:creator>
  <cp:lastModifiedBy>Seyyed Reza Mashhadi</cp:lastModifiedBy>
  <cp:revision>14</cp:revision>
  <dcterms:created xsi:type="dcterms:W3CDTF">2025-10-26T10:59:07Z</dcterms:created>
  <dcterms:modified xsi:type="dcterms:W3CDTF">2025-11-02T23:30:34Z</dcterms:modified>
</cp:coreProperties>
</file>